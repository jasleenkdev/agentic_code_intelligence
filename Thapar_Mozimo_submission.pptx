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" name="Google Shape;88;p1:notes"/>
          <p:cNvSpPr txBox="1"/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2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3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4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5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6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7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8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9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10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11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/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 lang="en-US"/>
          </a:p>
        </p:txBody>
      </p:sp>
      <p:sp>
        <p:nvSpPr>
          <p:cNvPr id="160" name="Google Shape;160;p12:notes"/>
          <p:cNvSpPr txBox="1"/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4" name="Google Shape;44;p19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6" name="Google Shape;46;p19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 panose="020B0704020202020204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 panose="020B0704020202020204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 panose="020B0704020202020204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 panose="020B0704020202020204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- 1</a:t>
            </a:r>
            <a:endParaRPr lang="en-US" sz="1600" b="0" i="0" u="none" strike="noStrike" cap="non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Mozimo</a:t>
            </a:r>
            <a:endParaRPr lang="en-US" sz="1600" b="0" i="0" u="none" strike="noStrike" cap="non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Thapar Institute of Engineering &amp; Technology</a:t>
            </a:r>
            <a:endParaRPr lang="en-US" sz="1600" b="0" i="0" u="none" strike="noStrike" cap="non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Jasleen Kaur &amp; jkaur2_be23@thapar.edu</a:t>
            </a:r>
            <a:endParaRPr lang="en-US" sz="1600" b="0" i="0" u="none" strike="noStrike" cap="non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NA</a:t>
            </a:r>
            <a:endParaRPr lang="en-US" sz="1600" b="0" i="0" u="none" strike="noStrike" cap="non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NA</a:t>
            </a:r>
            <a:endParaRPr lang="en-US" sz="1600" b="0" i="0" u="none" strike="noStrike" cap="non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NA</a:t>
            </a:r>
            <a:endParaRPr lang="en-US" sz="1600" b="0" i="0" u="none" strike="noStrike" cap="non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</a:t>
            </a:r>
            <a:r>
              <a:rPr lang="en-US" altLang="en-US" sz="16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https://github.com/jasleenkdev/agentic_code_intelligence</a:t>
            </a:r>
            <a:endParaRPr lang="en-US" altLang="en-US" sz="1600" b="0" i="0" u="none" strike="noStrike" cap="non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 lang="en-US" b="1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/>
              <a:t>Theme: Agentic Code Intelligence — Code Retrieval</a:t>
            </a:r>
            <a:endParaRPr lang="en-US" alt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/>
              <a:t>Given a query in natural language and a large library of code snippets, rank the snippets by relevance.</a:t>
            </a:r>
            <a:endParaRPr lang="en-US" alt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/>
              <a:t>Constraints: CPU-only (minimal GPU); generation/explanation out of scope — retrieval only.</a:t>
            </a:r>
            <a:endParaRPr lang="en-US" alt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/>
              <a:t>Goals: P0 Retrieval Accuracy → P1 Retrieval Across Versions → Bonus Evolutionary Retrieval.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 lang="en-US" b="1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>
            <p:ph type="body" idx="1"/>
          </p:nvPr>
        </p:nvSpPr>
        <p:spPr>
          <a:xfrm>
            <a:off x="551815" y="170116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Feeding the whole codebase to an LLM: breaks on real-world scale (thousands of snippets), and LLM inference is far slower than a retrieval step should be.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Plain keyword/BM25 search: fast, but blind to intent — fails on natural-language queries with no shared vocabulary.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Generic sentence embeddings: not trained on code, weak at matching problem descriptions to implementations.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Most retrieval demos assume a static codebase — no support for versioning or near-duplicate code across commits.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448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 lang="en-US" b="1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>
            <p:ph type="body" idx="1"/>
          </p:nvPr>
        </p:nvSpPr>
        <p:spPr>
          <a:xfrm>
            <a:off x="623570" y="1124585"/>
            <a:ext cx="10429240" cy="954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Two pipelines joined by one edge: index once per version, then serve any query in milliseconds.</a:t>
            </a:r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170" y="1985645"/>
            <a:ext cx="9841230" cy="4593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 lang="en-US" b="1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125220"/>
            <a:ext cx="10139680" cy="5899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 b="1"/>
              <a:t>Embeddings &amp; evaluation: </a:t>
            </a:r>
            <a:r>
              <a:rPr lang="en-US" altLang="en-US"/>
              <a:t>jina-code-embeddings-0.5B, Qwen3-Embedding-0.6B, SentenceTransformers, MTEB (official evaluation)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 b="1"/>
              <a:t>Backend: </a:t>
            </a:r>
            <a:r>
              <a:rPr lang="en-US" altLang="en-US"/>
              <a:t>Python, FastAPI, SQLite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 b="1"/>
              <a:t>Frontend: </a:t>
            </a:r>
            <a:r>
              <a:rPr lang="en-US" altLang="en-US"/>
              <a:t>React, TypeScript, Vite, Tailwind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 b="1"/>
              <a:t>Testing: </a:t>
            </a:r>
            <a:r>
              <a:rPr lang="en-US" altLang="en-US"/>
              <a:t>Playwright, pytest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 b="1"/>
              <a:t>Optional: </a:t>
            </a:r>
            <a:r>
              <a:rPr lang="en-US" altLang="en-US"/>
              <a:t>Ollama (secondary demo only)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 b="1"/>
              <a:t>Constraint: </a:t>
            </a:r>
            <a:r>
              <a:rPr lang="en-US" altLang="en-US"/>
              <a:t>100% CPU inference, no paid APIs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type="body" idx="1"/>
          </p:nvPr>
        </p:nvSpPr>
        <p:spPr>
          <a:xfrm>
            <a:off x="623570" y="184467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Faster bug fixing and onboarding in large codebases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Drop-in retrieval stage for any RAG/code-assistant pipeline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Codebase search that keeps working as the code evolves across versions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127125" y="2348865"/>
          <a:ext cx="85344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CALLOUT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NUMBER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NDCG@10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0.8657 on official CoIR APPS test split — matches a model 3× larger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+0.027 NDCG@10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Gain over the same base model, from pre/post-processing alone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470s → 0.8s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Full rebuild vs. incremental update for a 1-file change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0.56 → 0.74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De-duplicated NDCG@10, before vs. after lineage grouping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127125" y="4869180"/>
            <a:ext cx="8717915" cy="12096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600"/>
              <a:t>LIMITATION:- Base model's dev-split scores are contaminated by training overlap — only test-split numbers are used for comparison. Cold start ≈1h51m; all figures above are warm-cache.</a:t>
            </a:r>
            <a:endParaRPr lang="en-US" altLang="zh-CN" sz="1600"/>
          </a:p>
        </p:txBody>
      </p:sp>
      <p:sp>
        <p:nvSpPr>
          <p:cNvPr id="6" name="Text Box 5"/>
          <p:cNvSpPr txBox="1"/>
          <p:nvPr/>
        </p:nvSpPr>
        <p:spPr>
          <a:xfrm>
            <a:off x="1127125" y="191706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HIGHLIGHTS: </a:t>
            </a:r>
            <a:endParaRPr lang="en-US" altLang="zh-CN" sz="16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type="body" idx="1"/>
          </p:nvPr>
        </p:nvSpPr>
        <p:spPr>
          <a:xfrm>
            <a:off x="838200" y="177292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Stronger/larger code-embedding models as they become CPU-viable; git-hook-triggered incremental re-indexing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distillation to cut cold-start time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evaluation on additional code-retrieval benchmarks beyond APPS.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type="body" idx="1"/>
          </p:nvPr>
        </p:nvSpPr>
        <p:spPr>
          <a:xfrm>
            <a:off x="62357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P1 and Bonus goals fully implemented and benchmarked, not just P0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Rigorous tuning discipline: test split touched exactly once, documented decision log for every design choice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Honest negative-results reporting (what was tried and rejected, and why)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Full working demo UI with live latency, not just a results file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/>
              <a:t>Reproducible: 87 unit tests + 8 e2e tests, verified via independent clean-copy and cold-clone runs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 lang="en-US" b="1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 txBox="1"/>
          <p:nvPr>
            <p:ph type="body" idx="1"/>
          </p:nvPr>
        </p:nvSpPr>
        <p:spPr>
          <a:xfrm>
            <a:off x="476885" y="1701165"/>
            <a:ext cx="11238230" cy="4351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Y</a:t>
            </a:r>
            <a:endParaRPr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Y</a:t>
            </a:r>
            <a:endParaRPr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Drive link: </a:t>
            </a:r>
            <a:r>
              <a:rPr lang="en-US" altLang="en-US" sz="2800"/>
              <a:t>https://drive.google.com/file/d/15vH87EHcXKu_cyzX0yF3EVYZnRCamuJE/view?usp=sharing</a:t>
            </a:r>
            <a:endParaRPr lang="en-US" altLang="en-US"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Y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 panose="020B0704020202020204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3367</Words>
  <Application>WPS Presentation</Application>
  <PresentationFormat/>
  <Paragraphs>103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Binny Lakra/PRISM /SRI-Bangalore/Professional/Samsung Electronics</dc:creator>
  <cp:lastModifiedBy>Jasleen Kaur</cp:lastModifiedBy>
  <cp:revision>1</cp:revision>
  <dcterms:created xsi:type="dcterms:W3CDTF">2026-09-30T18:09:44Z</dcterms:created>
  <dcterms:modified xsi:type="dcterms:W3CDTF">2026-09-30T18:09:44Z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ICV">
    <vt:lpwstr>A72F9D693E03A2DB6850BD6A5E4BD9D8_42</vt:lpwstr>
  </property>
  <property fmtid="{D5CDD505-2E9C-101B-9397-08002B2CF9AE}" pid="4" name="KSOProductBuildVer">
    <vt:lpwstr>1033-12.1.22533.22533</vt:lpwstr>
  </property>
</Properties>
</file>